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02da4b4-3cda-310f-e5cc-790199d69a76}">
          <p14:sldIdLst>
            <p14:sldId id="256"/>
            <p14:sldId id="257"/>
          </p14:sldIdLst>
        </p14:section>
        <p14:section name="The idea" id="{8a96f077-eb1e-2e02-26a6-f4910aae84c8}">
          <p14:sldIdLst>
            <p14:sldId id="258"/>
            <p14:sldId id="259"/>
          </p14:sldIdLst>
        </p14:section>
        <p14:section name="Inputs and tools" id="{404a1de1-da51-395a-7124-1d8844c53840}">
          <p14:sldIdLst>
            <p14:sldId id="260"/>
            <p14:sldId id="261"/>
          </p14:sldIdLst>
        </p14:section>
        <p14:section name="Agents" id="{f2f62fb5-1516-5616-9bf6-0c02da9bf6dc}">
          <p14:sldIdLst>
            <p14:sldId id="262"/>
            <p14:sldId id="263"/>
            <p14:sldId id="264"/>
          </p14:sldIdLst>
        </p14:section>
        <p14:section name="How it decides" id="{4dc0415c-59ba-7f17-5b5e-4a277618f5e5}">
          <p14:sldIdLst>
            <p14:sldId id="265"/>
            <p14:sldId id="266"/>
          </p14:sldIdLst>
        </p14:section>
        <p14:section name="Trust" id="{79a6f8db-8a92-3f2b-b07f-2b52436baf1f}">
          <p14:sldIdLst>
            <p14:sldId id="267"/>
            <p14:sldId id="268"/>
            <p14:sldId id="269"/>
          </p14:sldIdLst>
        </p14:section>
        <p14:section name="Demo" id="{daf2b8af-2fbd-c9c1-0f89-fb603cadf58c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1. One sentence to remember: the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1. The cost is in context, not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2. This is the slide for the non-technical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4, last paragraph. Grounding is the key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5, last paragraph. The honest history: the first run produced one file; the log told us why; both causes are now deterministic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6, first two paragraphs.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6, last paragraph. Example from the self-test: 40% x 100 + 35% x 92 + 25% x 86.7 = 94, High.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 section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DD0E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B1F3B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F"/>
                </a:solidFill>
              </a:rPr>
              <a:t>Agile Dev Assist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6C5C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ECEA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6C5CE7">
              <a:alpha val="25000"/>
            </a:srgbClr>
          </a:solidFill>
          <a:ln w="12700">
            <a:solidFill>
              <a:srgbClr val="6C5CE7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1463040"/>
            <a:ext cx="3108960" cy="3108960"/>
          </a:xfrm>
          <a:prstGeom prst="ellipse">
            <a:avLst/>
          </a:prstGeom>
          <a:solidFill>
            <a:srgbClr val="22B8CF">
              <a:alpha val="30000"/>
            </a:srgbClr>
          </a:solidFill>
          <a:ln w="12700">
            <a:solidFill>
              <a:srgbClr val="22B8CF">
                <a:alpha val="3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B8CF"/>
                </a:solidFill>
              </a:rPr>
              <a:t>AGILE DEV ASSIST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From user story to reviewed, repository-ready code in minutes</a:t>
            </a:r>
            <a:endParaRPr lang="en-US" sz="4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CDD0E6"/>
                </a:solidFill>
              </a:rPr>
              <a:t>How a team of AI agents onboards an expert model to our applications - and why you can trust what comes out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0BF"/>
                </a:solidFill>
              </a:rPr>
              <a:t>IKG / STAAT Insights  · 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 small story costs a developer 1-2 days, and most of it is not typing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6C5C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1-2 days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from ticket to a branch a reviewer would accept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6C5C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hours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3317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of that is writing code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4630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9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 defect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331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the forgotten companion: a script that never runs, an archive that breaks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1920240" cy="685800"/>
          </a:xfrm>
          <a:prstGeom prst="chevron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Read the story and the SQL in 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14600" y="3840480"/>
            <a:ext cx="1920240" cy="685800"/>
          </a:xfrm>
          <a:prstGeom prst="chevron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Find the folder and a file to imitate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3840480"/>
            <a:ext cx="1920240" cy="685800"/>
          </a:xfrm>
          <a:prstGeom prst="chevron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772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Understand the tables and the glossary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3840480"/>
            <a:ext cx="1920240" cy="685800"/>
          </a:xfrm>
          <a:prstGeom prst="chevron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Write it the way the team writes 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0" y="3840480"/>
            <a:ext cx="1920240" cy="685800"/>
          </a:xfrm>
          <a:prstGeom prst="chevron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6676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Register it: DAG, config, history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012680" y="3840480"/>
            <a:ext cx="1920240" cy="685800"/>
          </a:xfrm>
          <a:prstGeom prst="chevron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0" y="3840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0" y="4617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Self-review against the standards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</a:rPr>
              <a:t>typing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B8CF"/>
                </a:solidFill>
              </a:rPr>
              <a:t>finding out - knowledge that lives in people's heads and in a 3,000-file repository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Steps 2, 3, 5 and 6 are the expensive ones - and they are the same for every story and every developer.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In plain words: a brilliant developer joined the team this morning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The LLM = the new senior engineer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38528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Knows SQL, Python, Airflow, R better than anyone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Writes clean, fast, well-structured code on request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Has read millions of repositories - but never ours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Does not know what acc_mhh_n means or where profile scripts live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Does not know a new table needs a history script and a TABLE_CONFIG entry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4A4F6B"/>
                </a:solidFill>
              </a:rPr>
              <a:t>Left alone: writes correct code that is wrong for 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3716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508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Agile Dev Assist = the onboarding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938528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Hands over the story and explains what is really asked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Points to the wiki, glossary and coding standards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Gives database access and explains the tables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Walks through the repository: "this is how we do it here"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Agrees a design, lets them code one file at a time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CEAFF"/>
                </a:solidFill>
              </a:rPr>
              <a:t>Runs the linters and does the code review before merge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97880" y="3611880"/>
            <a:ext cx="365760" cy="9144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Each agent is the same expert given one job, the right documents and the right tools. What it learns is written down and handed 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The whole system on one page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Story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GitLab / GitHub issue, file, text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337560" y="170078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40080" y="214884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Skills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496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team how-to documents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247802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92608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Glossary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data dictionary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325526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370332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764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Standards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conventions, rules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7560" y="403250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448056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5537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Greenplum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8280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tables, queries (read-only)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37560" y="480974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5257800"/>
            <a:ext cx="2651760" cy="658368"/>
          </a:xfrm>
          <a:prstGeom prst="roundRect">
            <a:avLst>
              <a:gd name="adj" fmla="val 1388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3309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Git repository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605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whole code base, indexed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37560" y="5586984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794760" y="1371600"/>
            <a:ext cx="1371600" cy="4544568"/>
          </a:xfrm>
          <a:prstGeom prst="roundRect">
            <a:avLst>
              <a:gd name="adj" fmla="val 8000"/>
            </a:avLst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794760" y="1371600"/>
            <a:ext cx="1371600" cy="4544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Standard JSON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212080" y="3639312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669280" y="1371600"/>
            <a:ext cx="3291840" cy="4544568"/>
          </a:xfrm>
          <a:prstGeom prst="roundRect">
            <a:avLst>
              <a:gd name="adj" fmla="val 3333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 agents + validator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806440" y="19659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analyse: story · knowledge · data · repo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806440" y="25877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plan: design, files, registrations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806440" y="32095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build: one file each, in parallel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383133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check: validator (code) + reviewer (agent)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806440" y="44531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fix loop until clean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50749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confidence score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006840" y="3639312"/>
            <a:ext cx="41148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464040" y="1371600"/>
            <a:ext cx="2331720" cy="1005840"/>
          </a:xfrm>
          <a:prstGeom prst="roundRect">
            <a:avLst>
              <a:gd name="adj" fmla="val 9091"/>
            </a:avLst>
          </a:prstGeom>
          <a:solidFill>
            <a:srgbClr val="F1F2F8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601200" y="14813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Git branch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601200" y="1828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pushed in the developer's name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464040" y="2532888"/>
            <a:ext cx="2331720" cy="1005840"/>
          </a:xfrm>
          <a:prstGeom prst="roundRect">
            <a:avLst>
              <a:gd name="adj" fmla="val 9091"/>
            </a:avLst>
          </a:prstGeom>
          <a:solidFill>
            <a:srgbClr val="F1F2F8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601200" y="26426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Plan · review · diff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601200" y="299008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readable before pushing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464040" y="3694176"/>
            <a:ext cx="2331720" cy="1005840"/>
          </a:xfrm>
          <a:prstGeom prst="roundRect">
            <a:avLst>
              <a:gd name="adj" fmla="val 9091"/>
            </a:avLst>
          </a:prstGeom>
          <a:solidFill>
            <a:srgbClr val="F1F2F8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0" y="380390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Confidence score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601200" y="415137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with what to do to raise it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9464040" y="4855464"/>
            <a:ext cx="2331720" cy="1005840"/>
          </a:xfrm>
          <a:prstGeom prst="roundRect">
            <a:avLst>
              <a:gd name="adj" fmla="val 9091"/>
            </a:avLst>
          </a:prstGeom>
          <a:solidFill>
            <a:srgbClr val="F1F2F8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601200" y="49651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Zip · log · tokens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601200" y="531266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audit trail and cost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Everything the team already has goes in; everything becomes one standard structure; a reviewed branch comes out. Nothing IKG-specific is hard-coded.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Six inputs - what each one gives the agents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527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508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Story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3852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the ticket as written: requirements, rules, acceptance criteria, tables, and the SQL - treated as the specification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story agent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73952" y="1527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395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67728" y="1508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Skills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3852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how we build things: profile tables, history scripts, DAG registration, what a new table needs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knowledge agent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88036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03580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98448" y="301752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Glossary / data dictionary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4472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what ip_cli_i, acc_mhh_n, _4w, _ytd mean - in the team's words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9044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knowledge agent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03580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67728" y="301752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Standards &amp; conventions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4472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owner/grant, parameters not literals, no SELECT *, naming - many become automatic checks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9044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knowledge agent + validator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38912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54456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298448" y="45262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Greenplum tables &amp; queries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95604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real columns, types, keys, sample rows; query result shape - read-only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4132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data agent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309360" y="4389120"/>
            <a:ext cx="539496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73952" y="454456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73952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967728" y="45262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Git repository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95604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every file indexed: search, read, who registers what, what changes together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4132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C5CE7"/>
                </a:solidFill>
              </a:rPr>
              <a:t>→ repo agent + all tools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Accepted as md, yml, txt, csv, xls/xlsx, doc/docx, html. Each input becomes a card in the chat and can be removed; nothing is rewritten for the tool.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Tools: the agents look things up instead of guessing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search_repo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3852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find the files most related to a query (paths, symbols, content)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389120" y="137160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read_file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93852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read any repository file in full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grep_repo · repo_tree · example_files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93852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pattern search, folder tree, typical files to imitate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926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registration_points(folder)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who lists this folder's scripts: the DAG task list, a task-name file, a config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0" y="278892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2926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companion_files(path)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what changes together with a table: history / archive script, configs with an entry, readers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278892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2926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references(name)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every place a table / column / function is used - the impact of a change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0624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343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describe_table · columns_named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Greenplum grain, keys, types, samples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89120" y="420624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0" y="4343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define_term · read_section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glossary definitions, skills / standards sections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420624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F1F2F8"/>
          </a:solidFill>
          <a:ln w="19050">
            <a:solidFill>
              <a:srgbClr val="F1F2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0" y="4343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check (validator)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A4F6B"/>
                </a:solidFill>
              </a:rPr>
              <a:t>parse, lint, rule-check a file before submitting it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The middle row is what makes the code ours: it is how the system finds the DAG, the history script and the config entry for a change - from the repository, not from a hard-coded rule.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Seven agents, seven roles a good team gives a newcomer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91056"/>
            <a:ext cx="594360" cy="59436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9105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4813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Story agent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47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Reads the ticket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48132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requirements, business rules, acceptance criteria, tables, the SQL in the story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1591056"/>
            <a:ext cx="594360" cy="59436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159105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4813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Knowledge agent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269480" y="1847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Reads the wiki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148132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definitions, conventions, checkable rules with their exceptions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779776"/>
            <a:ext cx="594360" cy="59436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277977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6700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Data agent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Shows the database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840480" y="267004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grain, keys, column types, samples, how tables join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56032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0" y="2779776"/>
            <a:ext cx="594360" cy="59436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277977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26700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Repo agent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Repository walkthrough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267004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where the change belongs, patterns, files to modify, registrations, companions, impact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74904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3968496"/>
            <a:ext cx="594360" cy="5943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39684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600200" y="3858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Planner agent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4224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Design review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840480" y="385876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approach, modules, intermediate tables, every file, test plan, risks, questions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39496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92240" y="3968496"/>
            <a:ext cx="594360" cy="5943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92240" y="39684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7269480" y="3858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Coder agent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269480" y="4224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Pair programming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0" y="385876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one file each in parallel; precise edits for large files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40080" y="4937760"/>
            <a:ext cx="11155680" cy="1024128"/>
          </a:xfrm>
          <a:prstGeom prst="roundRect">
            <a:avLst>
              <a:gd name="adj" fmla="val 892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5157216"/>
            <a:ext cx="594360" cy="5943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2960" y="515721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1600200" y="50474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Reviewer agent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600200" y="5413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C5CE7"/>
                </a:solidFill>
              </a:rPr>
              <a:t>Code review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3840480" y="504748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requirements, story SQL, registration, impact, standards → score + verdict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1-4 run in parallel on the inputs; 5-7 run in sequence with a fix loop. Drag agents in the UI to reorder or drop one.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The pipeline: analyse, plan, build, check, deliver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338560" cy="1691640"/>
          </a:xfrm>
          <a:prstGeom prst="roundRect">
            <a:avLst>
              <a:gd name="adj" fmla="val 540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0" y="13258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BF"/>
                </a:solidFill>
              </a:rPr>
              <a:t>1 · ANALYSE THE INPUTS (PARALLEL)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Story agent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5856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requirements, rules, tables, SQL in the story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8288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Knowledge agent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25856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definitions, conventions, checkable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8288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Data agent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25856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tables, columns, keys, samples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89720" y="18288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Repo agent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189720" y="225856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patterns, files to modify, registration, companions, impact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11338560" cy="1691640"/>
          </a:xfrm>
          <a:prstGeom prst="roundRect">
            <a:avLst>
              <a:gd name="adj" fmla="val 540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0" y="30632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BF"/>
                </a:solidFill>
              </a:rPr>
              <a:t>2 · PLAN, BUILD, CHECK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4290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6C5CE7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Planner agent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9959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CEAFF"/>
                </a:solidFill>
              </a:rPr>
              <a:t>design, modules, every file + purpose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29000" y="34290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1188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Coder agent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39959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one file each, in parallel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Validator (code, no LLM)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9959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syntax, Airflow, SQL parse, team rules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006840" y="34290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8972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Reviewer agent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189720" y="39959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requirements, registration, impact, score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154680" y="221284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154680" y="395020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943600" y="221284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943600" y="395020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732520" y="221284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732520" y="3950208"/>
            <a:ext cx="27432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241280" y="2743200"/>
            <a:ext cx="9144" cy="27432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920240" y="3017520"/>
            <a:ext cx="832104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20240" y="3017520"/>
            <a:ext cx="9144" cy="384048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663440" y="4480560"/>
            <a:ext cx="5577840" cy="9144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0241280" y="4480560"/>
            <a:ext cx="9144" cy="137160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7498080" y="4480560"/>
            <a:ext cx="9144" cy="137160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663440" y="4480560"/>
            <a:ext cx="9144" cy="9144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4754880" y="4572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A23C"/>
                </a:solidFill>
              </a:rPr>
              <a:t>findings → coder fix loop (validator: 2 rounds; review: 1 round) - the review always keeps the last 4 minutes of the budget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4846320"/>
            <a:ext cx="11338560" cy="1691640"/>
          </a:xfrm>
          <a:prstGeom prst="roundRect">
            <a:avLst>
              <a:gd name="adj" fmla="val 540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126480" y="48920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BF"/>
                </a:solidFill>
              </a:rPr>
              <a:t>3 · DELIVER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429000" y="52578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611880" y="53949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Chat change requests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3611880" y="58247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"rename the column" → change agent → re-check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9006840" y="5257800"/>
            <a:ext cx="2514600" cy="1051560"/>
          </a:xfrm>
          <a:prstGeom prst="roundRect">
            <a:avLst>
              <a:gd name="adj" fmla="val 10435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189720" y="53949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Branch · zip · plan · log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9189720" y="58247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F7EE"/>
                </a:solidFill>
              </a:rPr>
              <a:t>pushed as the developer, not as a bot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0241280" y="4480560"/>
            <a:ext cx="9144" cy="758952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H="1">
            <a:off x="5943600" y="5779008"/>
            <a:ext cx="306324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An agent is more than a prompt: role, tools, contract, grounding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480560" y="2103120"/>
            <a:ext cx="3200400" cy="2286000"/>
          </a:xfrm>
          <a:prstGeom prst="roundRect">
            <a:avLst>
              <a:gd name="adj" fmla="val 6000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80560" y="2240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Agent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27432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LLM (Azure OpenAI) + role prompt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+ the JSON of previous agents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+ a context budget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CEAFF"/>
                </a:solidFill>
              </a:rPr>
              <a:t>+ up to ~12 tool-calling steps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3291840" cy="1600200"/>
          </a:xfrm>
          <a:prstGeom prst="roundRect">
            <a:avLst>
              <a:gd name="adj" fmla="val 6857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508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1 · Role prompt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3852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"You are the planner: decide how the story is implemented so a developer can use the result as is ..."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3291840" cy="1600200"/>
          </a:xfrm>
          <a:prstGeom prst="roundRect">
            <a:avLst>
              <a:gd name="adj" fmla="val 6857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474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2 · Tools - it looks things up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044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search_repo · read_file · registration_points · companion_files · references · describe_table · define_term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0" y="1371600"/>
            <a:ext cx="3291840" cy="1600200"/>
          </a:xfrm>
          <a:prstGeom prst="roundRect">
            <a:avLst>
              <a:gd name="adj" fmla="val 6857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508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3 · Contract - a JSON schema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193852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Planner must return approach, design, files, registration_changes, impact, test_plan. Free text is rejected.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3337560"/>
            <a:ext cx="3291840" cy="1600200"/>
          </a:xfrm>
          <a:prstGeom prst="roundRect">
            <a:avLst>
              <a:gd name="adj" fmla="val 6857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74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4 · Grounding - code checks the answer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9044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'modify' of a file that does not exist · a story SQL block nobody used · a companion neither planned nor declined · file does not parse → REJECTED, fix and resubmit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77640" y="2194560"/>
            <a:ext cx="457200" cy="45720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V="1">
            <a:off x="3977640" y="3749040"/>
            <a:ext cx="457200" cy="36576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726680" y="2194560"/>
            <a:ext cx="457200" cy="457200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26680" y="3749040"/>
            <a:ext cx="457200" cy="365760"/>
          </a:xfrm>
          <a:prstGeom prst="line">
            <a:avLst/>
          </a:prstGeom>
          <a:noFill/>
          <a:ln w="19050">
            <a:solidFill>
              <a:srgbClr val="E6A23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516636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5303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5 · Memory on paper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733288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A4F6B"/>
                </a:solidFill>
              </a:rPr>
              <a:t>Results cached per input (re-run only what changed); every call traced with tokens per agent; the output JSON is what the next agent reads - nothing lives only in someone's head.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How it decides which code to create or change: three sources of evidence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2B8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B8CF"/>
                </a:solidFill>
              </a:rPr>
              <a:t>The story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tables it names, SQL it contains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→ every code block → a file, or 'not used because ...'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23160" y="4160520"/>
            <a:ext cx="9144" cy="365760"/>
          </a:xfrm>
          <a:prstGeom prst="line">
            <a:avLst/>
          </a:prstGeom>
          <a:noFill/>
          <a:ln w="19050">
            <a:solidFill>
              <a:srgbClr val="22B8C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89120" y="13716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6C5C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</a:rPr>
              <a:t>The repository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8745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registration_points: who lists this folder's scripts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companion_files: history / archive script, config entries, readers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references: what depends on the table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91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→ each candidate → create / modify, or declined with a reason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4160520"/>
            <a:ext cx="9144" cy="365760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138160" y="13716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E9E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</a:rPr>
              <a:t>The conventions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18745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6B"/>
                </a:solidFill>
              </a:rPr>
              <a:t>skills / standards: 'logic lives in intermediate tables, profile scripts only join'; 'a new profile table needs its history script and TABLE_CONFIG'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91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</a:rPr>
              <a:t>→ rules the planner must apply; many become validator checks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921240" y="4160520"/>
            <a:ext cx="9144" cy="36576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0080" y="457200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6634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The planner must account for every piece of evidence - a file (create / modify) or a decline with a reason - or the plan is REJECTED and sent back with the missing item (up to 2 rounds).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120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Safety net outside the model: a new script whose folder has a registration file always gets that file added to the plan. A script that is never registered never runs - this is the defect the planner is most likely to argue away.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Example: story 2547 - one ticket becomes five files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108960" cy="1920240"/>
          </a:xfrm>
          <a:prstGeom prst="roundRect">
            <a:avLst>
              <a:gd name="adj" fmla="val 5714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Story 2547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38528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IRA &amp; TOD outdated, dead and prospect beneficiaries: six new columns on the client beneficiary profile, SQL logic given in the ticket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794760" y="2331720"/>
            <a:ext cx="54864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89120" y="1371600"/>
            <a:ext cx="3383280" cy="1920240"/>
          </a:xfrm>
          <a:prstGeom prst="roundRect">
            <a:avLst>
              <a:gd name="adj" fmla="val 5714"/>
            </a:avLst>
          </a:prstGeom>
          <a:solidFill>
            <a:srgbClr val="D94C4C"/>
          </a:solidFill>
          <a:ln w="12700">
            <a:solidFill>
              <a:srgbClr val="D94C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5087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What a plain LLM changes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FBE9E9"/>
                </a:solidFill>
              </a:rPr>
              <a:t>client_beneficiary_profile_curr_ikg.sql - the only file the story names; all the logic pasted into 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5661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66760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1F3B"/>
                </a:solidFill>
              </a:rPr>
              <a:t>ikg_beneficiary_outbound/beneficiary_update_flags_ikg.sql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17007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NEW intermediate table: the story's SQL, modularised, DISTRIBUTED BY the key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V="1">
            <a:off x="7818120" y="1773936"/>
            <a:ext cx="365760" cy="557784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229600" y="2286000"/>
            <a:ext cx="35661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6760" y="23408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1F3B"/>
                </a:solidFill>
              </a:rPr>
              <a:t>ikg_create_profiles/client_beneficiary_profile_curr_ikg.sql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615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MODIFY: only a LEFT JOIN + six columns; rest byte-identical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818120" y="2331720"/>
            <a:ext cx="365760" cy="356616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229600" y="3200400"/>
            <a:ext cx="35661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66760" y="32552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1F3B"/>
                </a:solidFill>
              </a:rPr>
              <a:t>ikg_create_profiles_history/client_beneficiary_profile_ikg.sql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35295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sibling: same table, other folder → same six columns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818120" y="2331720"/>
            <a:ext cx="365760" cy="1271016"/>
          </a:xfrm>
          <a:prstGeom prst="line">
            <a:avLst/>
          </a:prstGeom>
          <a:noFill/>
          <a:ln w="19050">
            <a:solidFill>
              <a:srgbClr val="22B8C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229600" y="4114800"/>
            <a:ext cx="35661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66760" y="41696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1F3B"/>
                </a:solidFill>
              </a:rPr>
              <a:t>dags/ikg_data_refresh.py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44439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one operator line + task_map entry, copied from the neighbours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818120" y="2331720"/>
            <a:ext cx="365760" cy="2185416"/>
          </a:xfrm>
          <a:prstGeom prst="line">
            <a:avLst/>
          </a:prstGeom>
          <a:noFill/>
          <a:ln w="19050">
            <a:solidFill>
              <a:srgbClr val="E6A23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229600" y="5029200"/>
            <a:ext cx="35661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9AA0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66760" y="5084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1F3B"/>
                </a:solidFill>
              </a:rPr>
              <a:t>notebooks/validate_2547.ipynb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5358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row counts, 0/1 flags, null shares - from the acceptance criteria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818120" y="2331720"/>
            <a:ext cx="365760" cy="3099816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0080" y="3566160"/>
            <a:ext cx="7132320" cy="2377440"/>
          </a:xfrm>
          <a:prstGeom prst="roundRect">
            <a:avLst>
              <a:gd name="adj" fmla="val 461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37033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Why four more files appear - no IKG rule hard-coded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4133088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companion_files finds the history script (same stem minus _curr) and the configs that mention the table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registration_points finds the DAG that names the folder and lists its scripts - even for a single-script folder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the knowledge agent extracted the convention 'logic lives in intermediate tables; profile scripts only join'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planner grounding rejects a plan that pushes joins / CASE logic into the existing profile file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4A4F6B"/>
                </a:solidFill>
              </a:rPr>
              <a:t>the test plan comes from the acceptance criteria of the story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Code is checked three times before the developer sees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1 · Coder writes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2996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complete file, or verbatim-anchored edits for large files; follows the design and the repository patterns; story SQL kept as the specification; self-confidence 0-100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0" y="14630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4048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2 · Validator (code, no LLM)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02996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python ast + pyflakes · Airflow DAG checks · SQL parsed with Jinja params substituted; Greenplum clauses understood; unchanged repository statements trusted · team regex rules with scopes and exceptions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75120" y="14630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3 · Reviewer agent (independent)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02996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requirement coverage, one row each · story SQL respected? · every new script registered, every companion changed? · impact on consumers · performance · standards → findings with file + line, score 0-100, verdict approve / fix_required / reject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692640" y="14630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 · Developer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02996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F7EE"/>
                </a:solidFill>
              </a:rPr>
              <a:t>reads plan, diff and review; edits inline or asks for changes in chat; pushes with own token - stays the author and the final reviewer; merge request + CI unchanged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651760"/>
            <a:ext cx="4572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17920" y="2651760"/>
            <a:ext cx="4572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2651760"/>
            <a:ext cx="4572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20240" y="4206240"/>
            <a:ext cx="6035040" cy="9144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955280" y="3840480"/>
            <a:ext cx="9144" cy="365760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937760" y="3840480"/>
            <a:ext cx="9144" cy="365760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1920240" y="3858768"/>
            <a:ext cx="9144" cy="347472"/>
          </a:xfrm>
          <a:prstGeom prst="line">
            <a:avLst/>
          </a:prstGeom>
          <a:noFill/>
          <a:ln w="19050">
            <a:solidFill>
              <a:srgbClr val="E6A23C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103120" y="42976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A23C"/>
                </a:solidFill>
              </a:rPr>
              <a:t>blocking findings go back to the coder in fix mode - validator up to 2 rounds, review 1 round, inside the time budget; the review always runs (4 minutes reserved)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754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2B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</a:t>
            </a:r>
            <a:endParaRPr lang="en-US" sz="44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623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the validator is ordinary code: no cost, no hallucination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206240" y="4754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6A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56235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the reviewer never saw the coder's conversation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4754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</a:t>
            </a:r>
            <a:endParaRPr lang="en-US" sz="44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5623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F6B"/>
                </a:solidFill>
              </a:rPr>
              <a:t>nothing reaches production without the existing gate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The confidence score: one number a developer can act 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validator quality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100 minus penalties per finding: critical 40, high 15, medium 5, low 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4F6B"/>
                </a:solidFill>
              </a:rPr>
              <a:t>+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54680" y="137160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1463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15468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reviewer score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6032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the independent reviewer's 0-100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20116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4F6B"/>
                </a:solidFill>
              </a:rPr>
              <a:t>+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5669280" y="137160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4630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coder confidence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806440" y="256032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the coder's own 0-100, averaged over the files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20116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4F6B"/>
                </a:solidFill>
              </a:rPr>
              <a:t>=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595360" y="1371600"/>
            <a:ext cx="3200400" cy="2011680"/>
          </a:xfrm>
          <a:prstGeom prst="roundRect">
            <a:avLst>
              <a:gd name="adj" fmla="val 5455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32520" y="1463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3B"/>
                </a:solidFill>
              </a:rPr>
              <a:t>then capped by what is still open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732520" y="17830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review did not run → max 70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open critical finding → max 50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open high finding → max 75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a file with coder confidence &lt; 60 → max 80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−2 per open plan question (max −10)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374904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2E9E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85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201168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</a:rPr>
              <a:t>High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011680" y="4251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read the plan, skim the diff, push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0" y="374904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E6A2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38404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A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70-84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76072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</a:rPr>
              <a:t>Medium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4251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fix what the Review tab lists first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38160" y="374904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D94C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8404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70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</a:rPr>
              <a:t>Low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509760" y="4251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6B"/>
                </a:solidFill>
              </a:rPr>
              <a:t>the tool is pointing at a problem - read the findings and the open questions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166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75% of the score comes from signals independent of the model that wrote the code. The Review tab shows the formula for this run and 'to raise it: ...' - it is a to-do list, not a verdict. Shown as a pill in the header of every chat.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Enterprise-ready: secrets never stored, sessions per user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527048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508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LLM key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38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environment variable or hidden notebook prompt - never in config, code, cache or logs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14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670048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🔒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2651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Git read token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081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entered once when the UI starts; used only to read stories and download code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3813048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🔒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3794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Push = personal token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224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always typed in the push form, so branch and commits carry the developer's identity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800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4956048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4937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Greenplum password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367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typed in the form, kept in an in-memory vault for the session; read-only connection, statement timeout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1371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1527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6539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1508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SSO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1938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header or OIDC in the web app; dev login for the local notebook UI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0" y="2514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65392" y="2670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65392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059168" y="2651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Per-user storage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3081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chats, inputs, generated files, outputs and caches under the user's own folder; delete own chats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0" y="3657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65392" y="3813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65392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059168" y="3794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0" y="4224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every agent step and tool call logged; plan, review, findings, tokens per run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800" y="480060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65392" y="4956048"/>
            <a:ext cx="384048" cy="384048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65392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49377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Two packagings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0" y="53675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4F6B"/>
                </a:solidFill>
              </a:rPr>
              <a:t>web app (Docker, SSO) and notebook (one button opens the same UI); static LLM settings in one YAML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Live demo: story 2547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ECEAFF"/>
                </a:solidFill>
              </a:rPr>
              <a:t>Inputs → pipeline → run → plan → diff → review → change request → push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Demo: what you will see at each step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25880" y="1463040"/>
            <a:ext cx="822960" cy="8229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32588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194560" y="1874520"/>
            <a:ext cx="1371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640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Open &amp; sign in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notebook button or web app; a new chat opens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463040"/>
            <a:ext cx="822960" cy="8229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80560" y="1874520"/>
            <a:ext cx="1371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926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Drag the inputs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story 2547, skills, glossary, standards, Greenplum tables, ikg-dags repo - each a card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97880" y="1463040"/>
            <a:ext cx="822960" cy="8229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9788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766560" y="1874520"/>
            <a:ext cx="1371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212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Pipeline &amp; Run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drag agents to reorder; stage chips turn green; Log shows every tool 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83880" y="1463040"/>
            <a:ext cx="822960" cy="82296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052560" y="1874520"/>
            <a:ext cx="1371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498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Plan · Files · Review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five files; diff view; confidence with its formula; requirement coverage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69880" y="1463040"/>
            <a:ext cx="822960" cy="8229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46988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784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Change &amp; Push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6B"/>
                </a:solidFill>
              </a:rPr>
              <a:t>"rename the column" in chat → re-check; push with your token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4297680"/>
            <a:ext cx="11155680" cy="1691640"/>
          </a:xfrm>
          <a:prstGeom prst="roundRect">
            <a:avLst>
              <a:gd name="adj" fmla="val 6486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434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</a:rPr>
              <a:t>Watch for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86460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4F6B"/>
                </a:solidFill>
              </a:rPr>
              <a:t>the story summary card: the agents already know the tables and the SQL in the ticket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4F6B"/>
                </a:solidFill>
              </a:rPr>
              <a:t>the Plan tab: five files and a declined registration with its reason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4F6B"/>
                </a:solidFill>
              </a:rPr>
              <a:t>the diff of the profile script: green lines are only a LEFT JOIN and six columns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4F6B"/>
                </a:solidFill>
              </a:rPr>
              <a:t>the Review tab: confidence, how it is built, what would raise it; Tokens tab: cost per agent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solidFill>
            <a:srgbClr val="22B8CF">
              <a:alpha val="25000"/>
            </a:srgbClr>
          </a:solidFill>
          <a:ln w="12700">
            <a:solidFill>
              <a:srgbClr val="22B8CF">
                <a:alpha val="2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B8CF"/>
                </a:solidFill>
              </a:rPr>
              <a:t>VALUE AND NEXT STEPS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of context work become minutes; the developer keeps the pen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2B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 min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DD0E6"/>
                </a:solidFill>
              </a:rPr>
              <a:t>story → reviewed branch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2B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forgotten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DD0E6"/>
                </a:solidFill>
              </a:rPr>
              <a:t>registrations and companion files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2B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team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DD0E6"/>
                </a:solidFill>
              </a:rPr>
              <a:t>own skills, standards, tables, repos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11480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The ask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DD0E6"/>
                </a:solidFill>
              </a:rPr>
              <a:t>Pilot on next sprint's IKG stories - measure time-to-branch and review findings per story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DD0E6"/>
                </a:solidFill>
              </a:rPr>
              <a:t>ODM and ingestion teams contribute their skills files - same engine, no code change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DD0E6"/>
                </a:solidFill>
              </a:rPr>
              <a:t>Hosted instance with SSO; keep the notebook edition for local testing</a:t>
            </a:r>
            <a:endParaRPr lang="en-US" sz="15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ile Dev Assist">
  <a:themeElements>
    <a:clrScheme name="Agile Dev Assist">
      <a:dk1>
        <a:srgbClr val="1B1F3B"/>
      </a:dk1>
      <a:lt1>
        <a:srgbClr val="FFFFFF"/>
      </a:lt1>
      <a:dk2>
        <a:srgbClr val="4A4F6B"/>
      </a:dk2>
      <a:lt2>
        <a:srgbClr val="F1F2F8"/>
      </a:lt2>
      <a:accent1>
        <a:srgbClr val="6C5CE7"/>
      </a:accent1>
      <a:accent2>
        <a:srgbClr val="22B8CF"/>
      </a:accent2>
      <a:accent3>
        <a:srgbClr val="2E9E6B"/>
      </a:accent3>
      <a:accent4>
        <a:srgbClr val="E6A23C"/>
      </a:accent4>
      <a:accent5>
        <a:srgbClr val="D94C4C"/>
      </a:accent5>
      <a:accent6>
        <a:srgbClr val="9AA0BF"/>
      </a:accent6>
      <a:hlink>
        <a:srgbClr val="6C5CE7"/>
      </a:hlink>
      <a:folHlink>
        <a:srgbClr val="22B8CF"/>
      </a:folHlink>
    </a:clrScheme>
    <a:fontScheme name="Agile Dev Assi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Agile Dev Assist</dc:title>
  <dc:subject>PptxGenJS Presentation</dc:subject>
  <dc:creator>IKG / STAAT Insights</dc:creator>
  <cp:lastModifiedBy>IKG / STAAT Insights</cp:lastModifiedBy>
  <cp:revision>1</cp:revision>
  <dcterms:created xsi:type="dcterms:W3CDTF">2026-10-16T19:46:12Z</dcterms:created>
  <dcterms:modified xsi:type="dcterms:W3CDTF">2026-10-16T19:46:12Z</dcterms:modified>
</cp:coreProperties>
</file>