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1c5b0f7-38cf-8d41-789d-b3c942f43377}">
          <p14:sldIdLst>
            <p14:sldId id="256"/>
          </p14:sldIdLst>
        </p14:section>
        <p14:section name="Concept" id="{13cfce2f-d7e8-1a41-f103-44a4e97b2f84}">
          <p14:sldIdLst>
            <p14:sldId id="257"/>
            <p14:sldId id="258"/>
            <p14:sldId id="259"/>
          </p14:sldIdLst>
        </p14:section>
        <p14:section name="How it works" id="{edb691f2-3722-16c1-6f11-07f1223e2418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emo" id="{0aa83b54-4d97-bd6a-904f-a116c537c01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one sentence to remember is the title. The deck explains the concept with a new-developer analogy, then shows how the agents work, then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is in reading and context: finding where the change belongs, what else must change, and the team conventions.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for a non-technical audience. The LLM is the expert; the application is the onboarding programme that runs on every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lanes. Point out that the validator is deterministic code, not an LLM, and that the fix loop is bounded by the time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 is the key differentiator: deterministic code verifies the LLM's claims against the repository and the story and sends the answer back with the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story from the comparison with the previous tool: the generic engine now derives the companion files from the repository instead of from hard-coded IKG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DD0E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F3B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F"/>
                </a:solidFill>
              </a:rPr>
              <a:t>Agile Dev Assist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6C5CE7">
              <a:alpha val="25000"/>
            </a:srgbClr>
          </a:solidFill>
          <a:ln w="12700">
            <a:solidFill>
              <a:srgbClr val="6C5CE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1463040"/>
            <a:ext cx="3108960" cy="3108960"/>
          </a:xfrm>
          <a:prstGeom prst="ellipse">
            <a:avLst/>
          </a:prstGeom>
          <a:solidFill>
            <a:srgbClr val="22B8CF">
              <a:alpha val="30000"/>
            </a:srgbClr>
          </a:solidFill>
          <a:ln w="12700">
            <a:solidFill>
              <a:srgbClr val="22B8CF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B8CF"/>
                </a:solidFill>
              </a:rPr>
              <a:t>AGILE DEV ASSIST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21945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From user story to reviewed, repository-ready code in minutes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CDD0E6"/>
                </a:solidFill>
              </a:rPr>
              <a:t>How a team of AI agents onboards an expert LLM to our applications - concept, architecture and demo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BF"/>
                </a:solidFill>
              </a:rPr>
              <a:t>IKG / STAAT Insights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A small story costs a developer 1-2 days, and most of it is not typing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 days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6B"/>
                </a:solidFill>
              </a:rPr>
              <a:t>from story to a branch a reviewer would accept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4-5 files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6B"/>
                </a:solidFill>
              </a:rPr>
              <a:t>touched by a typical "add a column" story: script, history script, config, DAG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D94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 defect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423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6B"/>
                </a:solidFill>
              </a:rPr>
              <a:t>the forgotten companion file - the script that never runs or the archive that breaks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920240" cy="685800"/>
          </a:xfrm>
          <a:prstGeom prst="chevron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09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Read the story and the SQL in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3931920"/>
            <a:ext cx="1920240" cy="685800"/>
          </a:xfrm>
          <a:prstGeom prst="chevron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4709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Find the right folder and a file to imitate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3931920"/>
            <a:ext cx="1920240" cy="685800"/>
          </a:xfrm>
          <a:prstGeom prst="chevron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4709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Understand the tables and the glossary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931920"/>
            <a:ext cx="1920240" cy="685800"/>
          </a:xfrm>
          <a:prstGeom prst="chevron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709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Write the code the way the team writes 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3931920"/>
            <a:ext cx="1920240" cy="685800"/>
          </a:xfrm>
          <a:prstGeom prst="chevron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4709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Register it in the DAG, config, history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12680" y="3931920"/>
            <a:ext cx="1920240" cy="685800"/>
          </a:xfrm>
          <a:prstGeom prst="chevron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4709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Self-review against the standards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C5CE7"/>
                </a:solidFill>
              </a:rPr>
              <a:t>Six steps, every time, for every developer - and the knowledge needed for steps 2, 3 and 5 lives in people's heads, not in the ticket.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In plain words: a brilliant developer joined the team this morning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</a:rPr>
              <a:t>The LLM = the new senior engineer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29968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A4F6B"/>
                </a:solidFill>
              </a:rPr>
              <a:t>Knows SQL, Python, Airflow, R better than anyone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A4F6B"/>
                </a:solidFill>
              </a:rPr>
              <a:t>Writes clean, fast, well-structured code on request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A4F6B"/>
                </a:solidFill>
              </a:rPr>
              <a:t>Has read millions of repositories - but never ours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A4F6B"/>
                </a:solidFill>
              </a:rPr>
              <a:t>Does not know what acc_mhh_n means or where profile scripts live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A4F6B"/>
                </a:solidFill>
              </a:rPr>
              <a:t>Does not know that a new table needs a history script and a TABLE_CONFIG entry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A4F6B"/>
                </a:solidFill>
              </a:rPr>
              <a:t>Left alone: writes correct code that is wrong for 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Agile Dev Assist = the onboarding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29968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CEAFF"/>
                </a:solidFill>
              </a:rPr>
              <a:t>Hands over the story and explains what is really asked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CEAFF"/>
                </a:solidFill>
              </a:rPr>
              <a:t>Points to the wiki, glossary and coding standards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CEAFF"/>
                </a:solidFill>
              </a:rPr>
              <a:t>Gives database access and explains the tables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CEAFF"/>
                </a:solidFill>
              </a:rPr>
              <a:t>Walks through the repository: "this is how we do it here"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CEAFF"/>
                </a:solidFill>
              </a:rPr>
              <a:t>Agrees a design, lets them code one file at a time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CEAFF"/>
                </a:solidFill>
              </a:rPr>
              <a:t>Runs the linters and does the code review before merge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97880" y="3703320"/>
            <a:ext cx="365760" cy="9144"/>
          </a:xfrm>
          <a:prstGeom prst="line">
            <a:avLst/>
          </a:prstGeom>
          <a:noFill/>
          <a:ln w="19050">
            <a:solidFill>
              <a:srgbClr val="6C5CE7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C5CE7"/>
                </a:solidFill>
              </a:rPr>
              <a:t>Each agent is the same expert given one job, the right documents and the right tools. What it learns is written down and handed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Seven agents, seven roles a good team gives a newcomer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27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Story agent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92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C5CE7"/>
                </a:solidFill>
              </a:rPr>
              <a:t>Reads the ticket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requirements, business rules, tables, the SQL given in the story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527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Knowledge agent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1892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C5CE7"/>
                </a:solidFill>
              </a:rPr>
              <a:t>Reads the wiki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skills, glossary, standards → definitions, conventions, checkable rules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880360"/>
            <a:ext cx="594360" cy="59436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Data agent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C5CE7"/>
                </a:solidFill>
              </a:rPr>
              <a:t>Shows the database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2788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Greenplum tables and queries → columns, types, keys, samples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6517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880360"/>
            <a:ext cx="594360" cy="594360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Repo agent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C5CE7"/>
                </a:solidFill>
              </a:rPr>
              <a:t>Repository walkthrough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2788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patterns to imitate, files to modify, registration points, companion files, impact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8862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3995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Planner agent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361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C5CE7"/>
                </a:solidFill>
              </a:rPr>
              <a:t>Design review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4023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approach, modules, intermediate tables, every file and why, test plan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8862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4114800"/>
            <a:ext cx="594360" cy="59436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269480" y="3995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Coder agent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269480" y="4361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C5CE7"/>
                </a:solidFill>
              </a:rPr>
              <a:t>Pair programming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509760" y="4023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one file each, in parallel, copying the repository's patterns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512064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5349240"/>
            <a:ext cx="594360" cy="59436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" y="5349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600200" y="5230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Reviewer agent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600200" y="5596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C5CE7"/>
                </a:solidFill>
              </a:rPr>
              <a:t>Code review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840480" y="5257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requirements, story SQL, registration, impact, standards, score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4F6B"/>
                </a:solidFill>
              </a:rPr>
              <a:t>Analysis roles (1-4) run in parallel; building roles (5-7) run in sequence with a fix loop. Drag agents in the UI to reorder or drop 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What the team already has goes in, JSON in the middle, a branch comes 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Story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84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GitLab / GitHub issue, file, upload, 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Skills · glossary · standards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md yml txt csv xlsx docx html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Greenplum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70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tables and read-only queries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83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Git repository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13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URL + branch (shallow, sparse) or local folder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77640" y="1920240"/>
            <a:ext cx="54864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77640" y="3063240"/>
            <a:ext cx="54864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77640" y="4206240"/>
            <a:ext cx="54864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77640" y="5349240"/>
            <a:ext cx="54864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1417320"/>
            <a:ext cx="2103120" cy="4434840"/>
          </a:xfrm>
          <a:prstGeom prst="roundRect">
            <a:avLst>
              <a:gd name="adj" fmla="val 6522"/>
            </a:avLst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Standard JSON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194560"/>
            <a:ext cx="1828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story.json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knowledge.json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data.json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repo index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pack.json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(context budgets, relevant files by BM25)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3611880"/>
            <a:ext cx="54864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1417320"/>
            <a:ext cx="1463040" cy="4434840"/>
          </a:xfrm>
          <a:prstGeom prst="roundRect">
            <a:avLst>
              <a:gd name="adj" fmla="val 9375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1417320"/>
            <a:ext cx="14630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 agents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validator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23960" y="3611880"/>
            <a:ext cx="54864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418320" y="141732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Git branch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1984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4F6B"/>
                </a:solidFill>
              </a:rPr>
              <a:t>storyid-repo-feature, pushed with the developer's own token and name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18320" y="256032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Zip + plan + review + log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4F6B"/>
                </a:solidFill>
              </a:rPr>
              <a:t>all files, token stats per agent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18320" y="370332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Edit in the UI, chat changes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0" y="4270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4F6B"/>
                </a:solidFill>
              </a:rPr>
              <a:t>re-validated and re-reviewed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418320" y="484632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0" y="4983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Optional docx / pptx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601200" y="5413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4F6B"/>
                </a:solidFill>
              </a:rPr>
              <a:t>change summary for the ticket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4F6B"/>
                </a:solidFill>
              </a:rPr>
              <a:t>Because every input is normalised, any team can plug in its own documents, tables and repositories - nothing about IKG is hard-coded.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The agent pipeline: analyse, plan, build, check, deliver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338560" cy="1691640"/>
          </a:xfrm>
          <a:prstGeom prst="roundRect">
            <a:avLst>
              <a:gd name="adj" fmla="val 5405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126480" y="1325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BF"/>
                </a:solidFill>
              </a:rPr>
              <a:t>1 · ANALYSE THE INPUTS (PARALLEL)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22B8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Story agent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585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requirements, rules, tables, SQL in the story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22B8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828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Knowledge agent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2585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definitions, conventions, checkable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22B8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828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Data agent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2585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tables, columns, keys, samples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06840" y="169164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22B8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1828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Repo agent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22585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patterns, files to modify, registration, companions, impact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11338560" cy="1691640"/>
          </a:xfrm>
          <a:prstGeom prst="roundRect">
            <a:avLst>
              <a:gd name="adj" fmla="val 5405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3063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BF"/>
                </a:solidFill>
              </a:rPr>
              <a:t>2 · PLAN, BUILD, CHECK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6C5CE7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Planner agent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995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CEAFF"/>
                </a:solidFill>
              </a:rPr>
              <a:t>design, modules, every file + purpose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342900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1188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Coder agent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3995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one file each, in parallel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42900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Validator (no LLM)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995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syntax, Airflow, SQL parse, rules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06840" y="342900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8972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Reviewer agent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995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requirements, registration, impact, score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54680" y="2212848"/>
            <a:ext cx="27432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154680" y="3950208"/>
            <a:ext cx="27432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943600" y="2212848"/>
            <a:ext cx="27432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943600" y="3950208"/>
            <a:ext cx="27432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732520" y="2212848"/>
            <a:ext cx="27432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732520" y="3950208"/>
            <a:ext cx="27432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241280" y="2743200"/>
            <a:ext cx="9144" cy="274320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920240" y="3017520"/>
            <a:ext cx="832104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3017520"/>
            <a:ext cx="9144" cy="384048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663440" y="4480560"/>
            <a:ext cx="5577840" cy="9144"/>
          </a:xfrm>
          <a:prstGeom prst="line">
            <a:avLst/>
          </a:prstGeom>
          <a:noFill/>
          <a:ln w="19050">
            <a:solidFill>
              <a:srgbClr val="E6A23C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0241280" y="4480560"/>
            <a:ext cx="9144" cy="137160"/>
          </a:xfrm>
          <a:prstGeom prst="line">
            <a:avLst/>
          </a:prstGeom>
          <a:noFill/>
          <a:ln w="19050">
            <a:solidFill>
              <a:srgbClr val="E6A23C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498080" y="4480560"/>
            <a:ext cx="9144" cy="137160"/>
          </a:xfrm>
          <a:prstGeom prst="line">
            <a:avLst/>
          </a:prstGeom>
          <a:noFill/>
          <a:ln w="19050">
            <a:solidFill>
              <a:srgbClr val="E6A23C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663440" y="4480560"/>
            <a:ext cx="9144" cy="9144"/>
          </a:xfrm>
          <a:prstGeom prst="line">
            <a:avLst/>
          </a:prstGeom>
          <a:noFill/>
          <a:ln w="19050">
            <a:solidFill>
              <a:srgbClr val="E6A23C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7548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A23C"/>
                </a:solidFill>
              </a:rPr>
              <a:t>findings → coder fix loop (until clean or the 10-minute budget is spent)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846320"/>
            <a:ext cx="11338560" cy="1691640"/>
          </a:xfrm>
          <a:prstGeom prst="roundRect">
            <a:avLst>
              <a:gd name="adj" fmla="val 5405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26480" y="4892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BF"/>
                </a:solidFill>
              </a:rPr>
              <a:t>3 · DELIVER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29000" y="525780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611880" y="5394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Chat change requests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3611880" y="58247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"rename the column" → change agent → re-check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006840" y="525780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189720" y="5394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Branch · zip · plan · log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9189720" y="58247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F7EE"/>
                </a:solidFill>
              </a:rPr>
              <a:t>pushed as the developer, not as a bot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241280" y="4480560"/>
            <a:ext cx="9144" cy="758952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>
            <a:off x="5943600" y="5779008"/>
            <a:ext cx="306324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An agent is more than a prompt: tools, a contract and grounding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0" y="210312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805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27432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AFF"/>
                </a:solidFill>
              </a:rPr>
              <a:t>LLM (Azure OpenAI) + role 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EAFF"/>
                </a:solidFill>
              </a:rPr>
              <a:t>+ the JSON of previous agents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EAFF"/>
                </a:solidFill>
              </a:rPr>
              <a:t>+ a budget of context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1 · Role prompt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842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"You are the planner: decide how the story is implemented so a developer can use the result as is..."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2 · Tools (it looks things up)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0448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search_repo · read_file · registration_points · companion_files · references · describe_table · define_term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3 · Contract (JSON schema)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19842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Planner must return approach, design, files, registration_changes, impact, test_plan. Free text is rejected.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333756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4 · Grounding (code checks the answer)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90448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"modify" of a file that does not exist · story SQL nobody used · companion file neither planned nor declined · file does not parse → REJECTED, fix and resubmit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2194560"/>
            <a:ext cx="457200" cy="457200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3977640" y="3749040"/>
            <a:ext cx="457200" cy="365760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7726680" y="2194560"/>
            <a:ext cx="457200" cy="457200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26680" y="3749040"/>
            <a:ext cx="457200" cy="36576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5 · Memory on paper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687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A4F6B"/>
                </a:solidFill>
              </a:rPr>
              <a:t>Every result is cached per input (re-run only what changed), every call is traced with tokens per agent, and the output JSON is what the next agent reads - nothing lives only in someone's head.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Example: story 2547 - one script change becomes four files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Story 2547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2996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IRA &amp; TOD outdated, dead and prospect beneficiaries: new columns on the client beneficiary profile, with the SQL logic given in the ticket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94760" y="2377440"/>
            <a:ext cx="54864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89120" y="146304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client_beneficiary_profile_curr_ikg.sql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2996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CEAFF"/>
                </a:solidFill>
              </a:rPr>
              <a:t>the profile script the story names - the ONLY file a plain LLM changes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146304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2B8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3B"/>
                </a:solidFill>
              </a:rPr>
              <a:t>ikg_create_profiles_history/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1F3B"/>
                </a:solidFill>
              </a:rPr>
              <a:t>client_beneficiary_profile_ikg.sql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029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4F6B"/>
                </a:solidFill>
              </a:rPr>
              <a:t>sibling: same table, other folder → same new 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V="1">
            <a:off x="7818120" y="1965960"/>
            <a:ext cx="548640" cy="411480"/>
          </a:xfrm>
          <a:prstGeom prst="line">
            <a:avLst/>
          </a:prstGeom>
          <a:noFill/>
          <a:ln w="19050">
            <a:solidFill>
              <a:srgbClr val="22B8C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12480" y="260604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2B8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3B"/>
                </a:solidFill>
              </a:rPr>
              <a:t>ikg_adls_archive/table_config.py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4F6B"/>
                </a:solidFill>
              </a:rPr>
              <a:t>configuration: TABLE_CONFIG entry for the table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2377440"/>
            <a:ext cx="548640" cy="731520"/>
          </a:xfrm>
          <a:prstGeom prst="line">
            <a:avLst/>
          </a:prstGeom>
          <a:noFill/>
          <a:ln w="19050">
            <a:solidFill>
              <a:srgbClr val="22B8C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12480" y="374904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3B"/>
                </a:solidFill>
              </a:rPr>
              <a:t>&lt;subject&gt;/…_ikg.sql  (intermediate table)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4315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4F6B"/>
                </a:solidFill>
              </a:rPr>
              <a:t>the story's SQL logic, modularised, distributed by the key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18120" y="2377440"/>
            <a:ext cx="548640" cy="1874520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12480" y="489204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E6A2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3B"/>
                </a:solidFill>
              </a:rPr>
              <a:t>dags/ikg_data_refresh.py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5458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4F6B"/>
                </a:solidFill>
              </a:rPr>
              <a:t>registration: new intermediate task; history is NOT registered here (declined with reason)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18120" y="2377440"/>
            <a:ext cx="548640" cy="301752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0080" y="3566160"/>
            <a:ext cx="7132320" cy="2468880"/>
          </a:xfrm>
          <a:prstGeom prst="roundRect">
            <a:avLst>
              <a:gd name="adj" fmla="val 4444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37033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How the application finds them (no IKG rule hard-coded)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133088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4F6B"/>
                </a:solidFill>
              </a:rPr>
              <a:t>companion_files(path): same stem in another folder (x_profile_curr_ikg → x_profile_ikg), files that mention the table (configs, DAGs), readers of it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4F6B"/>
                </a:solidFill>
              </a:rPr>
              <a:t>registration_points(folder): files outside the folder that list its scripts (DAG task lists, task-name files)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4F6B"/>
                </a:solidFill>
              </a:rPr>
              <a:t>knowledge rules from the skills file: "a new profile table needs the history script and its TABLE_CONFIG entry"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4F6B"/>
                </a:solidFill>
              </a:rPr>
              <a:t>planner grounding: each candidate is planned (create / modify) or declined with a reason - a one-file plan is rejected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Code is checked three times before the developer sees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Coder writes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04288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complete file, or edits for large files; follows design + repository patterns; story SQL kept as the specification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73736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22B8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Validator (deterministic)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304288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python ast + pyflakes · Airflow DAG checks · SQL parse with Jinja params · team regex rules from standards · unchanged repository statements trusted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173736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6A2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Reviewer agent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304288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requirements coverage · story SQL respected · registration + companions · impact · standards · performance → score 0-100, verdict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173736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Developer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2304288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F7EE"/>
                </a:solidFill>
              </a:rPr>
              <a:t>reads plan + review, edits files inline, asks for changes in chat, pushes with own token - stays the author and final reviewer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788920"/>
            <a:ext cx="45720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2788920"/>
            <a:ext cx="45720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35440" y="2788920"/>
            <a:ext cx="45720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20240" y="4206240"/>
            <a:ext cx="6035040" cy="9144"/>
          </a:xfrm>
          <a:prstGeom prst="line">
            <a:avLst/>
          </a:prstGeom>
          <a:noFill/>
          <a:ln w="19050">
            <a:solidFill>
              <a:srgbClr val="E6A23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955280" y="3840480"/>
            <a:ext cx="9144" cy="365760"/>
          </a:xfrm>
          <a:prstGeom prst="line">
            <a:avLst/>
          </a:prstGeom>
          <a:noFill/>
          <a:ln w="19050">
            <a:solidFill>
              <a:srgbClr val="E6A23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937760" y="3840480"/>
            <a:ext cx="9144" cy="365760"/>
          </a:xfrm>
          <a:prstGeom prst="line">
            <a:avLst/>
          </a:prstGeom>
          <a:noFill/>
          <a:ln w="19050">
            <a:solidFill>
              <a:srgbClr val="E6A23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V="1">
            <a:off x="1920240" y="3858768"/>
            <a:ext cx="9144" cy="347472"/>
          </a:xfrm>
          <a:prstGeom prst="line">
            <a:avLst/>
          </a:prstGeom>
          <a:noFill/>
          <a:ln w="19050">
            <a:solidFill>
              <a:srgbClr val="E6A23C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10312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A23C"/>
                </a:solidFill>
              </a:rPr>
              <a:t>blocking findings go back to the coder (fix mode) - up to 2 validator rounds and 1 review round, inside the time budget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0-100</a:t>
            </a:r>
            <a:endParaRPr lang="en-US" sz="4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15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6B"/>
                </a:solidFill>
              </a:rPr>
              <a:t>review score shown in the Review tab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4846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agent</a:t>
            </a:r>
            <a:endParaRPr lang="en-US" sz="48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5715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6B"/>
                </a:solidFill>
              </a:rPr>
              <a:t>tokens, calls and seconds in the Tokens tab and log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846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48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5715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6B"/>
                </a:solidFill>
              </a:rPr>
              <a:t>hard budget for the whole 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Enterprise-ready: secrets never stored, sessions per user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572768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554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LLM key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84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environment variable named in config, or a hidden notebook prompt - never in config, code, cache or logs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715768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697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Git read token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27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asked once when the UI starts; used only to read stories and download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858768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840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Push = personal token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70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always typed in the push form, so the branch and commits carry the developer's identity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5001768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983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Greenplum password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413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typed in the form, kept in an in-memory vault for the session, read-only connection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1417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5392" y="1572768"/>
            <a:ext cx="384048" cy="384048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539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1554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SSO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1984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header or OIDC in the web app; dev login for the local notebook UI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2560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5392" y="2715768"/>
            <a:ext cx="384048" cy="384048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65392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059168" y="2697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Per-user storage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3127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chats, inputs, generated files, outputs and caches under the user's own folder; delete own chats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3703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65392" y="3858768"/>
            <a:ext cx="384048" cy="384048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65392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059168" y="3840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Two packages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4270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web app (Docker, SSO) and notebook (one button opens the same UI in a new window)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48463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65392" y="5001768"/>
            <a:ext cx="384048" cy="384048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65392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4983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Static LLM settings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0" y="5413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F6B"/>
                </a:solidFill>
              </a:rPr>
              <a:t>model, endpoint, reasoning effort per agent in one YAML; only the key is a secret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Demo: five steps, one story, one branch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25880" y="1554480"/>
            <a:ext cx="822960" cy="82296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258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94560" y="1965960"/>
            <a:ext cx="137160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64008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Open &amp; sign 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notebook button or web app; a new chat opens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554480"/>
            <a:ext cx="822960" cy="82296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1965960"/>
            <a:ext cx="137160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92608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Drag the inputs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story 2547 from GitLab, skills, glossary, standards, Greenplum tables, ikg-dags repo - each a card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1554480"/>
            <a:ext cx="822960" cy="82296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766560" y="1965960"/>
            <a:ext cx="137160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21208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Build the pipeline &amp; run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drag agents, press Run, stage chips turn green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83880" y="1554480"/>
            <a:ext cx="822960" cy="82296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052560" y="1965960"/>
            <a:ext cx="1371600" cy="9144"/>
          </a:xfrm>
          <a:prstGeom prst="line">
            <a:avLst/>
          </a:prstGeom>
          <a:noFill/>
          <a:ln w="19050">
            <a:solidFill>
              <a:srgbClr val="9AA0BF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49808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Read plan, files, review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design + files + impact; edit inline; score and findings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469880" y="1554480"/>
            <a:ext cx="822960" cy="822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698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Push or download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8408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F6B"/>
                </a:solidFill>
              </a:rPr>
              <a:t>branch with your token, or zip + log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389120"/>
            <a:ext cx="11155680" cy="1645920"/>
          </a:xfrm>
          <a:prstGeom prst="roundRect">
            <a:avLst>
              <a:gd name="adj" fmla="val 6667"/>
            </a:avLst>
          </a:prstGeom>
          <a:solidFill>
            <a:srgbClr val="F1F2F8"/>
          </a:solidFill>
          <a:ln w="12700">
            <a:solidFill>
              <a:srgbClr val="F1F2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5262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What to watch for during the demo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956048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4F6B"/>
                </a:solidFill>
              </a:rPr>
              <a:t>the story summary card after adding the story - the agents already know the tables and the SQL in 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4F6B"/>
                </a:solidFill>
              </a:rPr>
              <a:t>the Plan tab listing the companion files and the declined registration with its reason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4F6B"/>
                </a:solidFill>
              </a:rPr>
              <a:t>the Review tab: score, findings per file, requirement coverage; the Tokens tab: cost per agent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4F6B"/>
                </a:solidFill>
              </a:rPr>
              <a:t>a chat change request ("rename the column") re-running validation and review on the touched files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solidFill>
            <a:srgbClr val="22B8CF">
              <a:alpha val="25000"/>
            </a:srgbClr>
          </a:solidFill>
          <a:ln w="12700">
            <a:solidFill>
              <a:srgbClr val="22B8CF">
                <a:alpha val="2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B8CF"/>
                </a:solidFill>
              </a:rPr>
              <a:t>VALUE AND NEXT STEPS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of context work become minutes; the developer keeps the pen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5-10 min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DD0E6"/>
                </a:solidFill>
              </a:rPr>
              <a:t>story → reviewed branch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forgotten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DD0E6"/>
                </a:solidFill>
              </a:rPr>
              <a:t>registrations and companion files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team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DD0E6"/>
                </a:solidFill>
              </a:rPr>
              <a:t>own skills, standards, tables, repos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148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Next steps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DD0E6"/>
                </a:solidFill>
              </a:rPr>
              <a:t>Pilot with the IKG team on the next sprint's stories; measure time-to-branch and review findings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DD0E6"/>
                </a:solidFill>
              </a:rPr>
              <a:t>Add team skill files for ODM and ingestion so the same engine serves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DD0E6"/>
                </a:solidFill>
              </a:rPr>
              <a:t>Host the web app with SSO; keep the notebook edition for local testing</a:t>
            </a:r>
            <a:endParaRPr lang="en-US" sz="15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640080" y="21945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ile Dev Assist">
  <a:themeElements>
    <a:clrScheme name="Agile Dev Assist">
      <a:dk1>
        <a:srgbClr val="1B1F3B"/>
      </a:dk1>
      <a:lt1>
        <a:srgbClr val="FFFFFF"/>
      </a:lt1>
      <a:dk2>
        <a:srgbClr val="4A4F6B"/>
      </a:dk2>
      <a:lt2>
        <a:srgbClr val="F1F2F8"/>
      </a:lt2>
      <a:accent1>
        <a:srgbClr val="6C5CE7"/>
      </a:accent1>
      <a:accent2>
        <a:srgbClr val="22B8CF"/>
      </a:accent2>
      <a:accent3>
        <a:srgbClr val="2E9E6B"/>
      </a:accent3>
      <a:accent4>
        <a:srgbClr val="E6A23C"/>
      </a:accent4>
      <a:accent5>
        <a:srgbClr val="D94C4C"/>
      </a:accent5>
      <a:accent6>
        <a:srgbClr val="9AA0BF"/>
      </a:accent6>
      <a:hlink>
        <a:srgbClr val="6C5CE7"/>
      </a:hlink>
      <a:folHlink>
        <a:srgbClr val="22B8CF"/>
      </a:folHlink>
    </a:clrScheme>
    <a:fontScheme name="Agile Dev Assi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Dev Assist</dc:title>
  <dc:subject>PptxGenJS Presentation</dc:subject>
  <dc:creator>IKG / STAAT Insights</dc:creator>
  <cp:lastModifiedBy>IKG / STAAT Insights</cp:lastModifiedBy>
  <cp:revision>1</cp:revision>
  <dcterms:created xsi:type="dcterms:W3CDTF">2026-10-16T17:08:34Z</dcterms:created>
  <dcterms:modified xsi:type="dcterms:W3CDTF">2026-10-16T17:08:34Z</dcterms:modified>
</cp:coreProperties>
</file>